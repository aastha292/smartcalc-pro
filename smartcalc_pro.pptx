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F6FDA5-553D-42C5-9CC5-8EF9358957E7}" v="26" dt="2026-09-04T16:18:18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ra Sahu" userId="f7e71bd6705ace4e" providerId="LiveId" clId="{C4C3699B-63A2-476F-AAF0-41270A49DF8A}"/>
    <pc:docChg chg="custSel addSld delSld modSld">
      <pc:chgData name="Ravindra Sahu" userId="f7e71bd6705ace4e" providerId="LiveId" clId="{C4C3699B-63A2-476F-AAF0-41270A49DF8A}" dt="2026-09-04T16:18:18.970" v="216" actId="27636"/>
      <pc:docMkLst>
        <pc:docMk/>
      </pc:docMkLst>
      <pc:sldChg chg="modSp mod">
        <pc:chgData name="Ravindra Sahu" userId="f7e71bd6705ace4e" providerId="LiveId" clId="{C4C3699B-63A2-476F-AAF0-41270A49DF8A}" dt="2026-09-04T10:38:57.309" v="70" actId="14100"/>
        <pc:sldMkLst>
          <pc:docMk/>
          <pc:sldMk cId="1893816251" sldId="257"/>
        </pc:sldMkLst>
        <pc:spChg chg="mod">
          <ac:chgData name="Ravindra Sahu" userId="f7e71bd6705ace4e" providerId="LiveId" clId="{C4C3699B-63A2-476F-AAF0-41270A49DF8A}" dt="2026-09-04T10:24:49.347" v="12" actId="1076"/>
          <ac:spMkLst>
            <pc:docMk/>
            <pc:sldMk cId="1893816251" sldId="257"/>
            <ac:spMk id="2" creationId="{C5CBDA46-3588-3138-EB32-B1C92405DF13}"/>
          </ac:spMkLst>
        </pc:spChg>
        <pc:spChg chg="mod">
          <ac:chgData name="Ravindra Sahu" userId="f7e71bd6705ace4e" providerId="LiveId" clId="{C4C3699B-63A2-476F-AAF0-41270A49DF8A}" dt="2026-09-04T10:38:57.309" v="70" actId="14100"/>
          <ac:spMkLst>
            <pc:docMk/>
            <pc:sldMk cId="1893816251" sldId="257"/>
            <ac:spMk id="3" creationId="{EA5D9862-0C56-F3C1-4524-E7ED1A99BCD5}"/>
          </ac:spMkLst>
        </pc:spChg>
      </pc:sldChg>
      <pc:sldChg chg="addSp delSp modSp new mod">
        <pc:chgData name="Ravindra Sahu" userId="f7e71bd6705ace4e" providerId="LiveId" clId="{C4C3699B-63A2-476F-AAF0-41270A49DF8A}" dt="2026-09-04T10:39:44.960" v="75" actId="14100"/>
        <pc:sldMkLst>
          <pc:docMk/>
          <pc:sldMk cId="307756979" sldId="258"/>
        </pc:sldMkLst>
        <pc:spChg chg="del">
          <ac:chgData name="Ravindra Sahu" userId="f7e71bd6705ace4e" providerId="LiveId" clId="{C4C3699B-63A2-476F-AAF0-41270A49DF8A}" dt="2026-09-04T10:26:03.797" v="21" actId="21"/>
          <ac:spMkLst>
            <pc:docMk/>
            <pc:sldMk cId="307756979" sldId="258"/>
            <ac:spMk id="2" creationId="{BC9C67BA-0C84-CC14-279A-5302786C7D7B}"/>
          </ac:spMkLst>
        </pc:spChg>
        <pc:spChg chg="del mod">
          <ac:chgData name="Ravindra Sahu" userId="f7e71bd6705ace4e" providerId="LiveId" clId="{C4C3699B-63A2-476F-AAF0-41270A49DF8A}" dt="2026-09-04T10:26:17.624" v="24" actId="21"/>
          <ac:spMkLst>
            <pc:docMk/>
            <pc:sldMk cId="307756979" sldId="258"/>
            <ac:spMk id="3" creationId="{6E8946B5-35AC-15A2-A3A0-2E06A579BBA1}"/>
          </ac:spMkLst>
        </pc:spChg>
        <pc:spChg chg="add mod">
          <ac:chgData name="Ravindra Sahu" userId="f7e71bd6705ace4e" providerId="LiveId" clId="{C4C3699B-63A2-476F-AAF0-41270A49DF8A}" dt="2026-09-04T10:39:21.435" v="71" actId="1076"/>
          <ac:spMkLst>
            <pc:docMk/>
            <pc:sldMk cId="307756979" sldId="258"/>
            <ac:spMk id="10" creationId="{9727E51E-DD0B-9EC0-E956-4B1C1AF2ECB4}"/>
          </ac:spMkLst>
        </pc:spChg>
        <pc:picChg chg="add mod">
          <ac:chgData name="Ravindra Sahu" userId="f7e71bd6705ace4e" providerId="LiveId" clId="{C4C3699B-63A2-476F-AAF0-41270A49DF8A}" dt="2026-09-04T10:39:44.960" v="75" actId="14100"/>
          <ac:picMkLst>
            <pc:docMk/>
            <pc:sldMk cId="307756979" sldId="258"/>
            <ac:picMk id="5" creationId="{728700CC-977C-B8A2-5EE2-38FBC4F17AF2}"/>
          </ac:picMkLst>
        </pc:picChg>
        <pc:picChg chg="add del mod">
          <ac:chgData name="Ravindra Sahu" userId="f7e71bd6705ace4e" providerId="LiveId" clId="{C4C3699B-63A2-476F-AAF0-41270A49DF8A}" dt="2026-09-04T10:34:38.408" v="41" actId="21"/>
          <ac:picMkLst>
            <pc:docMk/>
            <pc:sldMk cId="307756979" sldId="258"/>
            <ac:picMk id="7" creationId="{7B9B5A0E-3115-16F4-EE8A-BC2D99E7AD57}"/>
          </ac:picMkLst>
        </pc:picChg>
        <pc:picChg chg="add del mod">
          <ac:chgData name="Ravindra Sahu" userId="f7e71bd6705ace4e" providerId="LiveId" clId="{C4C3699B-63A2-476F-AAF0-41270A49DF8A}" dt="2026-09-04T10:36:57.482" v="58" actId="21"/>
          <ac:picMkLst>
            <pc:docMk/>
            <pc:sldMk cId="307756979" sldId="258"/>
            <ac:picMk id="9" creationId="{9743CBF5-1B42-CDB0-CA1A-39129322FB3E}"/>
          </ac:picMkLst>
        </pc:picChg>
      </pc:sldChg>
      <pc:sldChg chg="addSp delSp modSp new del mod">
        <pc:chgData name="Ravindra Sahu" userId="f7e71bd6705ace4e" providerId="LiveId" clId="{C4C3699B-63A2-476F-AAF0-41270A49DF8A}" dt="2026-09-04T16:16:42.316" v="210" actId="47"/>
        <pc:sldMkLst>
          <pc:docMk/>
          <pc:sldMk cId="1945993253" sldId="259"/>
        </pc:sldMkLst>
        <pc:spChg chg="del">
          <ac:chgData name="Ravindra Sahu" userId="f7e71bd6705ace4e" providerId="LiveId" clId="{C4C3699B-63A2-476F-AAF0-41270A49DF8A}" dt="2026-09-04T10:35:43.465" v="48" actId="21"/>
          <ac:spMkLst>
            <pc:docMk/>
            <pc:sldMk cId="1945993253" sldId="259"/>
            <ac:spMk id="2" creationId="{A0D780FD-9B22-08AD-337B-CD81286FA652}"/>
          </ac:spMkLst>
        </pc:spChg>
        <pc:spChg chg="del">
          <ac:chgData name="Ravindra Sahu" userId="f7e71bd6705ace4e" providerId="LiveId" clId="{C4C3699B-63A2-476F-AAF0-41270A49DF8A}" dt="2026-09-04T10:35:50.159" v="49" actId="21"/>
          <ac:spMkLst>
            <pc:docMk/>
            <pc:sldMk cId="1945993253" sldId="259"/>
            <ac:spMk id="3" creationId="{35E6BA11-716B-8E69-30E1-78670401F3D7}"/>
          </ac:spMkLst>
        </pc:spChg>
        <pc:spChg chg="add del mod">
          <ac:chgData name="Ravindra Sahu" userId="f7e71bd6705ace4e" providerId="LiveId" clId="{C4C3699B-63A2-476F-AAF0-41270A49DF8A}" dt="2026-09-04T16:02:33.100" v="87"/>
          <ac:spMkLst>
            <pc:docMk/>
            <pc:sldMk cId="1945993253" sldId="259"/>
            <ac:spMk id="8" creationId="{381787A6-AF05-8271-C3B4-899CCA2B3BD8}"/>
          </ac:spMkLst>
        </pc:spChg>
        <pc:picChg chg="add del">
          <ac:chgData name="Ravindra Sahu" userId="f7e71bd6705ace4e" providerId="LiveId" clId="{C4C3699B-63A2-476F-AAF0-41270A49DF8A}" dt="2026-09-04T10:36:17.826" v="51" actId="21"/>
          <ac:picMkLst>
            <pc:docMk/>
            <pc:sldMk cId="1945993253" sldId="259"/>
            <ac:picMk id="5" creationId="{9D99904D-3F1F-92CC-B28A-214386C12A52}"/>
          </ac:picMkLst>
        </pc:picChg>
        <pc:picChg chg="add mod">
          <ac:chgData name="Ravindra Sahu" userId="f7e71bd6705ace4e" providerId="LiveId" clId="{C4C3699B-63A2-476F-AAF0-41270A49DF8A}" dt="2026-09-04T10:40:00.412" v="76" actId="1076"/>
          <ac:picMkLst>
            <pc:docMk/>
            <pc:sldMk cId="1945993253" sldId="259"/>
            <ac:picMk id="7" creationId="{AE70BD95-2907-B0FC-862D-830262472CB1}"/>
          </ac:picMkLst>
        </pc:picChg>
      </pc:sldChg>
      <pc:sldChg chg="modSp new mod">
        <pc:chgData name="Ravindra Sahu" userId="f7e71bd6705ace4e" providerId="LiveId" clId="{C4C3699B-63A2-476F-AAF0-41270A49DF8A}" dt="2026-09-04T16:08:00.301" v="148" actId="20577"/>
        <pc:sldMkLst>
          <pc:docMk/>
          <pc:sldMk cId="123495551" sldId="260"/>
        </pc:sldMkLst>
        <pc:spChg chg="mod">
          <ac:chgData name="Ravindra Sahu" userId="f7e71bd6705ace4e" providerId="LiveId" clId="{C4C3699B-63A2-476F-AAF0-41270A49DF8A}" dt="2026-09-04T16:03:26.083" v="93" actId="255"/>
          <ac:spMkLst>
            <pc:docMk/>
            <pc:sldMk cId="123495551" sldId="260"/>
            <ac:spMk id="2" creationId="{2FCB5BCC-A137-5966-85BC-C6C7B953CA64}"/>
          </ac:spMkLst>
        </pc:spChg>
        <pc:spChg chg="mod">
          <ac:chgData name="Ravindra Sahu" userId="f7e71bd6705ace4e" providerId="LiveId" clId="{C4C3699B-63A2-476F-AAF0-41270A49DF8A}" dt="2026-09-04T16:08:00.301" v="148" actId="20577"/>
          <ac:spMkLst>
            <pc:docMk/>
            <pc:sldMk cId="123495551" sldId="260"/>
            <ac:spMk id="3" creationId="{5784E887-1DEA-812B-5FF1-1B394461DCC8}"/>
          </ac:spMkLst>
        </pc:spChg>
      </pc:sldChg>
      <pc:sldChg chg="modSp new mod">
        <pc:chgData name="Ravindra Sahu" userId="f7e71bd6705ace4e" providerId="LiveId" clId="{C4C3699B-63A2-476F-AAF0-41270A49DF8A}" dt="2026-09-04T16:18:18.945" v="214" actId="27636"/>
        <pc:sldMkLst>
          <pc:docMk/>
          <pc:sldMk cId="188658541" sldId="261"/>
        </pc:sldMkLst>
        <pc:spChg chg="mod">
          <ac:chgData name="Ravindra Sahu" userId="f7e71bd6705ace4e" providerId="LiveId" clId="{C4C3699B-63A2-476F-AAF0-41270A49DF8A}" dt="2026-09-04T16:17:25.177" v="211" actId="27636"/>
          <ac:spMkLst>
            <pc:docMk/>
            <pc:sldMk cId="188658541" sldId="261"/>
            <ac:spMk id="2" creationId="{883C5156-82FE-2EC1-74C8-FB15BF99B562}"/>
          </ac:spMkLst>
        </pc:spChg>
        <pc:spChg chg="mod">
          <ac:chgData name="Ravindra Sahu" userId="f7e71bd6705ace4e" providerId="LiveId" clId="{C4C3699B-63A2-476F-AAF0-41270A49DF8A}" dt="2026-09-04T16:18:18.945" v="214" actId="27636"/>
          <ac:spMkLst>
            <pc:docMk/>
            <pc:sldMk cId="188658541" sldId="261"/>
            <ac:spMk id="3" creationId="{8A50BA13-3BDE-0FB5-128C-EF963179177C}"/>
          </ac:spMkLst>
        </pc:spChg>
      </pc:sldChg>
      <pc:sldChg chg="modSp new mod">
        <pc:chgData name="Ravindra Sahu" userId="f7e71bd6705ace4e" providerId="LiveId" clId="{C4C3699B-63A2-476F-AAF0-41270A49DF8A}" dt="2026-09-04T16:18:18.957" v="215" actId="27636"/>
        <pc:sldMkLst>
          <pc:docMk/>
          <pc:sldMk cId="354278429" sldId="262"/>
        </pc:sldMkLst>
        <pc:spChg chg="mod">
          <ac:chgData name="Ravindra Sahu" userId="f7e71bd6705ace4e" providerId="LiveId" clId="{C4C3699B-63A2-476F-AAF0-41270A49DF8A}" dt="2026-09-04T16:11:09.795" v="167" actId="113"/>
          <ac:spMkLst>
            <pc:docMk/>
            <pc:sldMk cId="354278429" sldId="262"/>
            <ac:spMk id="2" creationId="{18E08FB8-5E90-F5F6-5228-1956F62B12CE}"/>
          </ac:spMkLst>
        </pc:spChg>
        <pc:spChg chg="mod">
          <ac:chgData name="Ravindra Sahu" userId="f7e71bd6705ace4e" providerId="LiveId" clId="{C4C3699B-63A2-476F-AAF0-41270A49DF8A}" dt="2026-09-04T16:18:18.957" v="215" actId="27636"/>
          <ac:spMkLst>
            <pc:docMk/>
            <pc:sldMk cId="354278429" sldId="262"/>
            <ac:spMk id="3" creationId="{4F7A8655-BE42-DCF4-E87B-C75906FC2D92}"/>
          </ac:spMkLst>
        </pc:spChg>
      </pc:sldChg>
      <pc:sldChg chg="modSp new mod">
        <pc:chgData name="Ravindra Sahu" userId="f7e71bd6705ace4e" providerId="LiveId" clId="{C4C3699B-63A2-476F-AAF0-41270A49DF8A}" dt="2026-09-04T16:18:18.970" v="216" actId="27636"/>
        <pc:sldMkLst>
          <pc:docMk/>
          <pc:sldMk cId="2497437730" sldId="263"/>
        </pc:sldMkLst>
        <pc:spChg chg="mod">
          <ac:chgData name="Ravindra Sahu" userId="f7e71bd6705ace4e" providerId="LiveId" clId="{C4C3699B-63A2-476F-AAF0-41270A49DF8A}" dt="2026-09-04T16:16:04.864" v="207" actId="1076"/>
          <ac:spMkLst>
            <pc:docMk/>
            <pc:sldMk cId="2497437730" sldId="263"/>
            <ac:spMk id="2" creationId="{20462F01-459B-ABB2-684E-B25496C042E9}"/>
          </ac:spMkLst>
        </pc:spChg>
        <pc:spChg chg="mod">
          <ac:chgData name="Ravindra Sahu" userId="f7e71bd6705ace4e" providerId="LiveId" clId="{C4C3699B-63A2-476F-AAF0-41270A49DF8A}" dt="2026-09-04T16:18:18.970" v="216" actId="27636"/>
          <ac:spMkLst>
            <pc:docMk/>
            <pc:sldMk cId="2497437730" sldId="263"/>
            <ac:spMk id="3" creationId="{3AD26833-F672-7307-C065-8B39887A47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10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6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9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38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613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79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588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73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58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27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479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5250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34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583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17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4247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7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A368D65-5E2F-4078-A62F-943DEFB00DF5}" type="datetimeFigureOut">
              <a:rPr lang="en-IN" smtClean="0"/>
              <a:t>4-9-26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B1EB3-97EA-405C-80A4-F2998BF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544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8D983-9F48-7F1A-90BB-2ECEC8D07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8952" y="175098"/>
            <a:ext cx="7470843" cy="1420238"/>
          </a:xfrm>
        </p:spPr>
        <p:txBody>
          <a:bodyPr>
            <a:normAutofit/>
          </a:bodyPr>
          <a:lstStyle/>
          <a:p>
            <a:r>
              <a:rPr lang="en-IN" b="1" dirty="0">
                <a:latin typeface="+mn-lt"/>
              </a:rPr>
              <a:t>SmartCalc Pro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7EAE0-7188-0D06-AB5D-C02DAD5C5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749" y="2013627"/>
            <a:ext cx="8356060" cy="2071990"/>
          </a:xfrm>
        </p:spPr>
        <p:txBody>
          <a:bodyPr/>
          <a:lstStyle/>
          <a:p>
            <a:pPr algn="l"/>
            <a:r>
              <a:rPr lang="en-IN" dirty="0"/>
              <a:t>Subtitle: Advanced Scientific Calculator with Smart Math Assistant</a:t>
            </a:r>
          </a:p>
          <a:p>
            <a:pPr algn="l"/>
            <a:r>
              <a:rPr lang="en-IN" dirty="0"/>
              <a:t>Assigned By: NextHikes IT Solutions</a:t>
            </a:r>
          </a:p>
          <a:p>
            <a:pPr algn="l"/>
            <a:r>
              <a:rPr lang="en-IN" dirty="0"/>
              <a:t>Presented By: Aastha Sahu</a:t>
            </a:r>
          </a:p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503CA3-7FA0-D420-2467-ECB352DF2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822" y="1264595"/>
            <a:ext cx="3248495" cy="539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4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DA46-3588-3138-EB32-B1C92405D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017" y="153480"/>
            <a:ext cx="10864174" cy="105511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SmartCalc Pro – Smarter Than a Regular 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D9862-0C56-F3C1-4524-E7ED1A99B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383" y="1391054"/>
            <a:ext cx="10653409" cy="2996120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Performs basic and scientific calculations</a:t>
            </a:r>
          </a:p>
          <a:p>
            <a:pPr lvl="0"/>
            <a:r>
              <a:rPr lang="en-IN" sz="2400" dirty="0"/>
              <a:t>Supports arithmetic, percentages, roots, powers, factorials, and trigonometry</a:t>
            </a:r>
          </a:p>
          <a:p>
            <a:pPr lvl="0"/>
            <a:r>
              <a:rPr lang="en-IN" sz="2400" dirty="0"/>
              <a:t>Solves equations with step-by-step explanation</a:t>
            </a:r>
          </a:p>
          <a:p>
            <a:pPr lvl="0"/>
            <a:r>
              <a:rPr lang="en-IN" sz="2400" dirty="0"/>
              <a:t>Understands natural language queries</a:t>
            </a:r>
          </a:p>
          <a:p>
            <a:pPr lvl="0"/>
            <a:r>
              <a:rPr lang="en-IN" sz="2400" dirty="0"/>
              <a:t>Saves time and improves mathematical understanding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81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8700CC-977C-B8A2-5EE2-38FBC4F17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598" y="82685"/>
            <a:ext cx="4499772" cy="66926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27E51E-DD0B-9EC0-E956-4B1C1AF2ECB4}"/>
              </a:ext>
            </a:extLst>
          </p:cNvPr>
          <p:cNvSpPr txBox="1"/>
          <p:nvPr/>
        </p:nvSpPr>
        <p:spPr>
          <a:xfrm>
            <a:off x="169504" y="359924"/>
            <a:ext cx="72267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 dirty="0"/>
              <a:t>Why it is unique: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Combines calculator + assistant + explanation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User-friendly and reliable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Useful for students and practical problem solving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5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B5BCC-A137-5966-85BC-C6C7B953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40438" cy="77301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+mn-lt"/>
              </a:rPr>
              <a:t> 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4E887-1DEA-812B-5FF1-1B394461D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04" y="1554838"/>
            <a:ext cx="10834991" cy="3748324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Python: Python was used for logic and interface</a:t>
            </a:r>
          </a:p>
          <a:p>
            <a:r>
              <a:rPr lang="en-IN" sz="2400" dirty="0"/>
              <a:t>Tkinter: Tkinter built the desktop UI</a:t>
            </a:r>
          </a:p>
          <a:p>
            <a:r>
              <a:rPr lang="en-IN" sz="2400" dirty="0"/>
              <a:t>SymPy: SymPy handled scientific and symbolic calculations</a:t>
            </a:r>
          </a:p>
          <a:p>
            <a:r>
              <a:rPr lang="en-IN" sz="2400" dirty="0"/>
              <a:t>unittest: unittest verified functionality and reliability</a:t>
            </a:r>
          </a:p>
          <a:p>
            <a:pPr lvl="0"/>
            <a:r>
              <a:rPr lang="en-IN" sz="2400" dirty="0"/>
              <a:t>VS Code</a:t>
            </a:r>
          </a:p>
          <a:p>
            <a:pPr lvl="0"/>
            <a:r>
              <a:rPr lang="en-IN" sz="2400" dirty="0"/>
              <a:t>GitHub</a:t>
            </a:r>
          </a:p>
          <a:p>
            <a:pPr lvl="0"/>
            <a:r>
              <a:rPr lang="en-IN" sz="2400" dirty="0"/>
              <a:t>Windows PowerShell</a:t>
            </a:r>
          </a:p>
          <a:p>
            <a:pPr marL="0" indent="0">
              <a:buNone/>
            </a:pPr>
            <a:endParaRPr lang="en-IN" u="sng" dirty="0"/>
          </a:p>
          <a:p>
            <a:pPr lvl="0"/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95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C5156-82FE-2EC1-74C8-FB15BF99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+mn-lt"/>
              </a:rPr>
              <a:t> Challenges Faced and How We Solved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0BA13-3BDE-0FB5-128C-EF9631791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485" y="1546699"/>
            <a:ext cx="10585315" cy="3424136"/>
          </a:xfrm>
        </p:spPr>
        <p:txBody>
          <a:bodyPr>
            <a:normAutofit fontScale="92500"/>
          </a:bodyPr>
          <a:lstStyle/>
          <a:p>
            <a:pPr lvl="0"/>
            <a:r>
              <a:rPr lang="en-IN" sz="2400" dirty="0"/>
              <a:t>Unsafe input handling: prevented malicious or invalid expressions</a:t>
            </a:r>
          </a:p>
          <a:p>
            <a:pPr lvl="0"/>
            <a:r>
              <a:rPr lang="en-IN" sz="2400" dirty="0"/>
              <a:t>Complex math operations: used SymPy for accurate evaluation</a:t>
            </a:r>
          </a:p>
          <a:p>
            <a:pPr lvl="0"/>
            <a:r>
              <a:rPr lang="en-IN" sz="2400" dirty="0"/>
              <a:t>Natural-language parsing: converted user text into mathematical expressions</a:t>
            </a:r>
          </a:p>
          <a:p>
            <a:pPr lvl="0"/>
            <a:r>
              <a:rPr lang="en-IN" sz="2400" dirty="0"/>
              <a:t>Step-by-step explanation: added equation-solving logic for better understanding</a:t>
            </a:r>
          </a:p>
          <a:p>
            <a:pPr lvl="0"/>
            <a:r>
              <a:rPr lang="en-IN" sz="2400" dirty="0"/>
              <a:t>User-friendly interface: designed a clean and simple calculator layout</a:t>
            </a:r>
          </a:p>
          <a:p>
            <a:pPr lvl="0"/>
            <a:r>
              <a:rPr lang="en-IN" sz="2400" dirty="0"/>
              <a:t>Testing reliability: added automated tests to validate results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5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8FB8-5E90-F5F6-5228-1956F62B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832"/>
          </a:xfrm>
        </p:spPr>
        <p:txBody>
          <a:bodyPr/>
          <a:lstStyle/>
          <a:p>
            <a:pPr algn="ctr"/>
            <a:r>
              <a:rPr lang="en-IN" dirty="0"/>
              <a:t> </a:t>
            </a:r>
            <a:r>
              <a:rPr lang="en-IN" sz="4000" b="1" dirty="0">
                <a:latin typeface="+mn-lt"/>
              </a:rPr>
              <a:t>Research and AI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8655-BE42-DCF4-E87B-C75906FC2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834" y="1391055"/>
            <a:ext cx="10643681" cy="47567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u="sng" dirty="0"/>
              <a:t>References:</a:t>
            </a:r>
          </a:p>
          <a:p>
            <a:pPr lvl="0"/>
            <a:r>
              <a:rPr lang="en-IN" sz="2600" dirty="0"/>
              <a:t>Python documentation</a:t>
            </a:r>
          </a:p>
          <a:p>
            <a:pPr lvl="0"/>
            <a:r>
              <a:rPr lang="en-IN" sz="2600" dirty="0"/>
              <a:t>Tkinter documentation</a:t>
            </a:r>
          </a:p>
          <a:p>
            <a:pPr lvl="0"/>
            <a:r>
              <a:rPr lang="en-IN" sz="2600" dirty="0"/>
              <a:t>SymPy documentation</a:t>
            </a:r>
          </a:p>
          <a:p>
            <a:pPr lvl="0"/>
            <a:r>
              <a:rPr lang="en-IN" sz="2600" dirty="0"/>
              <a:t>GitHub examples and tutorials</a:t>
            </a:r>
          </a:p>
          <a:p>
            <a:pPr lvl="0"/>
            <a:r>
              <a:rPr lang="en-IN" sz="2600" dirty="0"/>
              <a:t>Mathematical problem-solving references</a:t>
            </a:r>
          </a:p>
          <a:p>
            <a:pPr marL="0" indent="0">
              <a:buNone/>
            </a:pPr>
            <a:r>
              <a:rPr lang="en-IN" sz="2600" u="sng" dirty="0"/>
              <a:t>How AI helped:</a:t>
            </a:r>
          </a:p>
          <a:p>
            <a:pPr lvl="0"/>
            <a:r>
              <a:rPr lang="en-IN" sz="2600" dirty="0"/>
              <a:t>assisted with debugging</a:t>
            </a:r>
          </a:p>
          <a:p>
            <a:pPr lvl="0"/>
            <a:r>
              <a:rPr lang="en-IN" sz="2600" dirty="0"/>
              <a:t>helped understand code logic</a:t>
            </a:r>
          </a:p>
          <a:p>
            <a:pPr lvl="0"/>
            <a:r>
              <a:rPr lang="en-IN" sz="2600" dirty="0"/>
              <a:t>improved problem solution approach</a:t>
            </a:r>
          </a:p>
          <a:p>
            <a:pPr lvl="0"/>
            <a:r>
              <a:rPr lang="en-IN" sz="2600" dirty="0"/>
              <a:t>supported explanation writing and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78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2F01-459B-ABB2-684E-B25496C0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8662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b="1" dirty="0">
                <a:latin typeface="+mn-lt"/>
              </a:rPr>
              <a:t>Thank You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26833-F672-7307-C065-8B39887A4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800"/>
            <a:ext cx="10515600" cy="2474000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Special thanks to NextHikes IT Solutions for assigning this project</a:t>
            </a:r>
          </a:p>
          <a:p>
            <a:pPr lvl="0"/>
            <a:r>
              <a:rPr lang="en-IN" sz="2400" dirty="0"/>
              <a:t>Thanks to the faculty for guidance and evaluation</a:t>
            </a:r>
          </a:p>
          <a:p>
            <a:r>
              <a:rPr lang="en-IN" sz="2400" dirty="0"/>
              <a:t>Appreciation for the opportunity to build SmartCalc Pro</a:t>
            </a:r>
          </a:p>
          <a:p>
            <a:r>
              <a:rPr lang="en-IN" sz="2400" dirty="0"/>
              <a:t>“SmartCalc Pro is a practical and innovative step toward building smart, educational, and user-friendly mathematical tools.”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74377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356</TotalTime>
  <Words>276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SmartCalc Pro</vt:lpstr>
      <vt:lpstr>SmartCalc Pro – Smarter Than a Regular  Calculator</vt:lpstr>
      <vt:lpstr>PowerPoint Presentation</vt:lpstr>
      <vt:lpstr> Technologies Used</vt:lpstr>
      <vt:lpstr> Challenges Faced and How We Solved Them</vt:lpstr>
      <vt:lpstr> Research and AI Support</vt:lpstr>
      <vt:lpstr>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Ravindra Sahu</dc:creator>
  <cp:lastModifiedBy>Ravindra Sahu</cp:lastModifiedBy>
  <cp:revision>1</cp:revision>
  <dcterms:created xsi:type="dcterms:W3CDTF">2026-09-04T10:21:47Z</dcterms:created>
  <dcterms:modified xsi:type="dcterms:W3CDTF">2026-09-04T16:18:28Z</dcterms:modified>
</cp:coreProperties>
</file>